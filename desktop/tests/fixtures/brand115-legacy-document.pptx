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1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Source" Type="http://schemas.openxmlformats.org/officeDocument/2006/relationships/customXml" Target="../customXml/item1.xml"/><Relationship Id="rId1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Ink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200" b="1"/>
              <a:t>Old slide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371600"/>
            <a:ext cx="11277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2000"/>
              <a:t>Synthetic legacy slide.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kSpace">
  <a:themeElements>
    <a:clrScheme name="InkSpace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A32929"/>
      </a:accent1>
      <a:accent2>
        <a:srgbClr val="336699"/>
      </a:accent2>
      <a:accent3>
        <a:srgbClr val="669966"/>
      </a:accent3>
      <a:accent4>
        <a:srgbClr val="996699"/>
      </a:accent4>
      <a:accent5>
        <a:srgbClr val="CC9933"/>
      </a:accent5>
      <a:accent6>
        <a:srgbClr val="339999"/>
      </a:accent6>
      <a:hlink>
        <a:srgbClr val="0563C1"/>
      </a:hlink>
      <a:folHlink>
        <a:srgbClr val="954F72"/>
      </a:folHlink>
    </a:clrScheme>
    <a:fontScheme name="InkSpa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InkSpa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9525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9525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inkspaceDocument xmlns="urn:inkspace:editable-document:1">eyJzY2hlbWFWZXJzaW9uIjoxLCJhcHBsaWNhdGlvbiI6Iklua1NwYWNlIiwiZG9jdW1lbnQiOnsidmVyc2lvbiI6MSwiZm9ybWF0IjoicHB0eCIsInRpdGxlIjoiTGVnYWN5IHN5bnRoZXRpYyBPJ0JyaWVuIiwiYmxvY2tzIjpbXSwic2xpZGVzIjpbeyJ0aXRsZSI6Ik9sZCBzbGlkZSIsImJsb2NrcyI6W3sia2luZCI6InBhcmFncmFwaCIsInRleHQiOiJTeW50aGV0aWMgbGVnYWN5IHNsaWRlLiJ9XX1dfSwibW9kZWxTSEEyNTYiOiIwZDhhMzIwYTgxYzNhNWI4MmE3NmQwYTI0MzZkYjM2NDYwYWZjMTUxZWQ0ZjBlZTg2YzY5ZjM0MTEzZDk1ZjJiIiwicGFydHMiOnsiW0NvbnRlbnRfVHlwZXNdLnhtbCI6IjAxZGUxNmNiMTMyNjQwNWZhMjk0ZjI5YTMxNzUyZjYyYWExOGJlM2I1NTY0ZjQ1MzAxOTI1NWVjYjM5MjY0OTkiLCJfcmVscy8ucmVscyI6IjQ3ZDFjMjRkMTQxNjc0YWUyMmRjYzhhMTM1NjNlYWIzMTRhZDgwNWUxZWI2MDRkYTBlNWJiNTcxNTk4ODk1NzYiLCJjdXN0b21YbWwvX3JlbHMvaXRlbTEueG1sLnJlbHMiOiIwNGRiZmExNjhjYjJjODhkODQzOTEyYTc1YTU4M2YwOWMwYmFiYTFlNzE0Y2YxNDM3MTc0MzlkODhmOGNlN2ZjIiwiY3VzdG9tWG1sL2l0ZW1Qcm9wczEueG1sIjoiMTVhMzQ5ZWEwYTNjMDk3Y2ZjYzE2MDYyOGQ0MmFhZGYzYjI5ZDEwNGQ4YzAxMmIxMjg1OGI5YThiNWU0MWYzMSIsImRvY1Byb3BzL2FwcC54bWwiOiJjNmQ2ODQ4Zjg1YjA5MzNhOWMyOWRmODcwZjBiYTA3MTVmM2MzMzk0NWM5OWVkYTk2ODgwMzZmNDg3NDVmNDZiIiwiZG9jUHJvcHMvY29yZS54bWwiOiI0OGMzNDhjYmNkMTk5NjAyYzQ5ZmMzZjg2ZjQ5NTJhNGQ4ZDZjZGYzYTA0YTQwMTEyYmUwM2Q3OTQ2MTA0OWZkIiwicHB0L19yZWxzL3ByZXNlbnRhdGlvbi54bWwucmVscyI6IjQxNTlhNWJlMmI3MTE3ZDA0ODYzZjcwNjViZmUzYTVjODQ4ZjY3NTI3ZDdhMDgyMGZkZjMzNzNlYmZiZjI5ZTAiLCJwcHQvcHJlc2VudGF0aW9uLnhtbCI6ImNkMjM5ZDhiMzNmMTA1YTdhNmRhNzAxMzc2NmU1MjQ3NzM3MzY3OWJhMDRhMjI5NzExNDk3N2U2OTBlYmMzZDUiLCJwcHQvc2xpZGVMYXlvdXRzL19yZWxzL3NsaWRlTGF5b3V0MS54bWwucmVscyI6ImQ4NzBlNWIxOTI5ZTI4YzA5OTE2NDUyMDcyYzdjYmUwOGVmNmVjNTI4YzNjZjk1NzI3ZGFlMDg3NjkzYTczMGEiLCJwcHQvc2xpZGVMYXlvdXRzL3NsaWRlTGF5b3V0MS54bWwiOiI5MWNhYjA1OTEwMzUyMjcxNmI1NWNhMjM4NWRiNDg4ZGJhNzBkOWE5ZGNlNWM3NzJhZmY0YmRjMzBiMzYwMmNhIiwicHB0L3NsaWRlTWFzdGVycy9fcmVscy9zbGlkZU1hc3RlcjEueG1sLnJlbHMiOiJkOTZiNzcyZWJjNzAwZGJiYTVmYWNjMjJlNDFmNDg3M2U3ZTdhNjFiZjA2YzYzMTRhMTgyNDgxNjVjYThlMTQwIiwicHB0L3NsaWRlTWFzdGVycy9zbGlkZU1hc3RlcjEueG1sIjoiOWVhNjUwZGY2ZTc0YjMwNzYwY2ZkMzM5NzMwMTAwNzI3NDE4NGZjZjJhMzlkOTk1MzQ1NGJiOGU4YjI2ZWM3MiIsInBwdC9zbGlkZXMvX3JlbHMvc2xpZGUxLnhtbC5yZWxzIjoiYzdkNDhiMWUzZDJlYmYwN2UwY2E2MTJiN2Q2NzdlM2U3ZTgxNzY5ZDAyMGIwNDExYjU4MGU1ZjFjZDhmMjY4YyIsInBwdC9zbGlkZXMvc2xpZGUxLnhtbCI6IjBkOTgxODI2YmVkMjgwNjM2Y2JmNzA0NDk2MTU5NjExMTc0NTg4MTU3NTY4ZjEyM2VlNGQwMmIzZDE4ZjQ0MDQiLCJwcHQvdGhlbWUvdGhlbWUxLnhtbCI6IjQ4NDc4MDUwNjNjYjcxM2ExMDJjMDA2MGJiNzMwZWY2OThhMmVlMTYzZWM3NzA2ZTdkMWJlNjM1Y2FiZWVkMmEifX0=</inkspaceDocument>
</file>

<file path=customXml/itemProps1.xml><?xml version="1.0" encoding="utf-8"?>
<ds:datastoreItem xmlns:ds="http://schemas.openxmlformats.org/officeDocument/2006/customXml" ds:itemID="{9234BDEE-5BEB-432A-9DCB-81D86A6BE660}">
  <ds:schemaRefs>
    <ds:schemaRef ds:uri="urn:inkspace:editable-document:1"/>
  </ds:schemaRefs>
</ds:datastoreItem>
</file>

<file path=docProps/app.xml><?xml version="1.0" encoding="utf-8"?>
<Properties xmlns="http://schemas.openxmlformats.org/officeDocument/2006/extended-properties">
  <Application>人生赢家</Application>
</Properties>
</file>

<file path=docProps/core.xml><?xml version="1.0" encoding="utf-8"?>
<cp:coreProperties xmlns:cp="http://schemas.openxmlformats.org/package/2006/metadata/core-properties" xmlns:dc="http://purl.org/dc/elements/1.1/">
  <dc:title>Legacy synthetic O'Brien</dc:title>
  <dc:creator>人生赢家</dc:creator>
</cp:coreProperties>
</file>